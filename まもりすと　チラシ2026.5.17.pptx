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</p:sldIdLst>
  <p:sldSz cx="6858000" cy="9906000" type="A4"/>
  <p:notesSz cx="6735763" cy="9866313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75" d="100"/>
          <a:sy n="75" d="100"/>
        </p:scale>
        <p:origin x="3156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621191"/>
            <a:ext cx="5829300" cy="3448756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5202944"/>
            <a:ext cx="5143500" cy="2391656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ja-JP" altLang="en-US"/>
              <a:t>マスター サブタイトルの書式設定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E7BA3F-20F9-48B7-AE0A-CC413C229245}" type="datetimeFigureOut">
              <a:rPr kumimoji="1" lang="ja-JP" altLang="en-US" smtClean="0"/>
              <a:t>2026/5/17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212F92-651C-4AB7-9588-33BB2F5C7B8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2199504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E7BA3F-20F9-48B7-AE0A-CC413C229245}" type="datetimeFigureOut">
              <a:rPr kumimoji="1" lang="ja-JP" altLang="en-US" smtClean="0"/>
              <a:t>2026/5/17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212F92-651C-4AB7-9588-33BB2F5C7B8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292159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469624"/>
            <a:ext cx="5915025" cy="4120620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629226"/>
            <a:ext cx="5915025" cy="216693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E7BA3F-20F9-48B7-AE0A-CC413C229245}" type="datetimeFigureOut">
              <a:rPr kumimoji="1" lang="ja-JP" altLang="en-US" smtClean="0"/>
              <a:t>2026/5/17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212F92-651C-4AB7-9588-33BB2F5C7B8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6359121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637014"/>
            <a:ext cx="2914650" cy="6285266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637014"/>
            <a:ext cx="2914650" cy="6285266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E7BA3F-20F9-48B7-AE0A-CC413C229245}" type="datetimeFigureOut">
              <a:rPr kumimoji="1" lang="ja-JP" altLang="en-US" smtClean="0"/>
              <a:t>2026/5/17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212F92-651C-4AB7-9588-33BB2F5C7B8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1445448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527405"/>
            <a:ext cx="5915025" cy="1914702"/>
          </a:xfrm>
        </p:spPr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428347"/>
            <a:ext cx="2901255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618442"/>
            <a:ext cx="2901255" cy="5322183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428347"/>
            <a:ext cx="2915543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618442"/>
            <a:ext cx="2915543" cy="5322183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E7BA3F-20F9-48B7-AE0A-CC413C229245}" type="datetimeFigureOut">
              <a:rPr kumimoji="1" lang="ja-JP" altLang="en-US" smtClean="0"/>
              <a:t>2026/5/17</a:t>
            </a:fld>
            <a:endParaRPr kumimoji="1" lang="ja-JP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212F92-651C-4AB7-9588-33BB2F5C7B8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78813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E7BA3F-20F9-48B7-AE0A-CC413C229245}" type="datetimeFigureOut">
              <a:rPr kumimoji="1" lang="ja-JP" altLang="en-US" smtClean="0"/>
              <a:t>2026/5/17</a:t>
            </a:fld>
            <a:endParaRPr kumimoji="1" lang="ja-JP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212F92-651C-4AB7-9588-33BB2F5C7B8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9944382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E7BA3F-20F9-48B7-AE0A-CC413C229245}" type="datetimeFigureOut">
              <a:rPr kumimoji="1" lang="ja-JP" altLang="en-US" smtClean="0"/>
              <a:t>2026/5/17</a:t>
            </a:fld>
            <a:endParaRPr kumimoji="1" lang="ja-JP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212F92-651C-4AB7-9588-33BB2F5C7B8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7675162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426283"/>
            <a:ext cx="3471863" cy="7039681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E7BA3F-20F9-48B7-AE0A-CC413C229245}" type="datetimeFigureOut">
              <a:rPr kumimoji="1" lang="ja-JP" altLang="en-US" smtClean="0"/>
              <a:t>2026/5/17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212F92-651C-4AB7-9588-33BB2F5C7B8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6543463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426283"/>
            <a:ext cx="3471863" cy="7039681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ja-JP" altLang="en-US"/>
              <a:t>アイコンをクリックして図を追加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E7BA3F-20F9-48B7-AE0A-CC413C229245}" type="datetimeFigureOut">
              <a:rPr kumimoji="1" lang="ja-JP" altLang="en-US" smtClean="0"/>
              <a:t>2026/5/17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212F92-651C-4AB7-9588-33BB2F5C7B8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622321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E7BA3F-20F9-48B7-AE0A-CC413C229245}" type="datetimeFigureOut">
              <a:rPr kumimoji="1" lang="ja-JP" altLang="en-US" smtClean="0"/>
              <a:t>2026/5/17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212F92-651C-4AB7-9588-33BB2F5C7B8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4898048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527403"/>
            <a:ext cx="1478756" cy="8394877"/>
          </a:xfrm>
        </p:spPr>
        <p:txBody>
          <a:bodyPr vert="eaVert"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527403"/>
            <a:ext cx="4350544" cy="8394877"/>
          </a:xfrm>
        </p:spPr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E7BA3F-20F9-48B7-AE0A-CC413C229245}" type="datetimeFigureOut">
              <a:rPr kumimoji="1" lang="ja-JP" altLang="en-US" smtClean="0"/>
              <a:t>2026/5/17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212F92-651C-4AB7-9588-33BB2F5C7B8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9488724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BE7BA3F-20F9-48B7-AE0A-CC413C229245}" type="datetimeFigureOut">
              <a:rPr kumimoji="1" lang="ja-JP" altLang="en-US" smtClean="0"/>
              <a:t>2026/5/17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9212F92-651C-4AB7-9588-33BB2F5C7B8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8690438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kumimoji="1"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kumimoji="1"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kumimoji="1"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8D04FEF-A008-F6F0-1513-670BD467E8A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DA56989A-ACCE-C09F-0869-EC966C48C80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pic>
        <p:nvPicPr>
          <p:cNvPr id="6" name="図 5">
            <a:extLst>
              <a:ext uri="{FF2B5EF4-FFF2-40B4-BE49-F238E27FC236}">
                <a16:creationId xmlns:a16="http://schemas.microsoft.com/office/drawing/2014/main" id="{7FE73DC7-9FAD-1D88-DD51-D6C255A75C8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6858000" cy="9906000"/>
          </a:xfrm>
          <a:prstGeom prst="rect">
            <a:avLst/>
          </a:prstGeom>
        </p:spPr>
      </p:pic>
      <p:pic>
        <p:nvPicPr>
          <p:cNvPr id="5" name="図 4">
            <a:extLst>
              <a:ext uri="{FF2B5EF4-FFF2-40B4-BE49-F238E27FC236}">
                <a16:creationId xmlns:a16="http://schemas.microsoft.com/office/drawing/2014/main" id="{A2088F80-1FA5-415C-A103-06E62BE4994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30600" y="8470900"/>
            <a:ext cx="1003300" cy="952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775205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 テーマ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テーマ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テーマ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2</TotalTime>
  <Words>0</Words>
  <Application>Microsoft Office PowerPoint</Application>
  <PresentationFormat>A4 210 x 297 mm</PresentationFormat>
  <Paragraphs>0</Paragraphs>
  <Slides>1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テーマ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卓 島袋</dc:creator>
  <cp:lastModifiedBy>卓 島袋</cp:lastModifiedBy>
  <cp:revision>3</cp:revision>
  <cp:lastPrinted>2026-05-17T01:31:35Z</cp:lastPrinted>
  <dcterms:created xsi:type="dcterms:W3CDTF">2026-05-17T01:31:11Z</dcterms:created>
  <dcterms:modified xsi:type="dcterms:W3CDTF">2026-05-17T03:24:09Z</dcterms:modified>
</cp:coreProperties>
</file>